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8" r:id="rId9"/>
    <p:sldId id="267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205F"/>
    <a:srgbClr val="1D215F"/>
    <a:srgbClr val="88E5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5039A6-F36D-40EC-9C40-978F7891C0D3}" v="2" dt="2026-07-23T09:22:50.497"/>
    <p1510:client id="{99BAD0F8-86B1-4B0E-B507-B635FB6532E1}" v="1" dt="2026-07-24T04:49:31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96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9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ter Institutional Inclusive  Innovations Center" userId="8f0f2a58-4f3c-47a5-9304-113b24e1e584" providerId="ADAL" clId="{7C429524-839A-4DDC-9EAA-B9B6CA7C8F65}"/>
    <pc:docChg chg="undo custSel modSld addMainMaster delMainMaster modMainMaster">
      <pc:chgData name="Inter Institutional Inclusive  Innovations Center" userId="8f0f2a58-4f3c-47a5-9304-113b24e1e584" providerId="ADAL" clId="{7C429524-839A-4DDC-9EAA-B9B6CA7C8F65}" dt="2026-07-24T04:52:03.139" v="215" actId="20577"/>
      <pc:docMkLst>
        <pc:docMk/>
      </pc:docMkLst>
      <pc:sldChg chg="addSp delSp modSp mod">
        <pc:chgData name="Inter Institutional Inclusive  Innovations Center" userId="8f0f2a58-4f3c-47a5-9304-113b24e1e584" providerId="ADAL" clId="{7C429524-839A-4DDC-9EAA-B9B6CA7C8F65}" dt="2026-07-24T04:52:03.139" v="215" actId="20577"/>
        <pc:sldMkLst>
          <pc:docMk/>
          <pc:sldMk cId="0" sldId="256"/>
        </pc:sldMkLst>
        <pc:spChg chg="mod">
          <ac:chgData name="Inter Institutional Inclusive  Innovations Center" userId="8f0f2a58-4f3c-47a5-9304-113b24e1e584" providerId="ADAL" clId="{7C429524-839A-4DDC-9EAA-B9B6CA7C8F65}" dt="2026-07-24T04:52:03.139" v="215" actId="20577"/>
          <ac:spMkLst>
            <pc:docMk/>
            <pc:sldMk cId="0" sldId="256"/>
            <ac:spMk id="12" creationId="{00000000-0000-0000-0000-000000000000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1:19.958" v="117" actId="478"/>
          <ac:picMkLst>
            <pc:docMk/>
            <pc:sldMk cId="0" sldId="256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49:50.859" v="169" actId="1076"/>
          <ac:picMkLst>
            <pc:docMk/>
            <pc:sldMk cId="0" sldId="256"/>
            <ac:picMk id="5" creationId="{8BB4234F-3583-BFF9-C279-17614D0CF451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4T04:49:34.965" v="164" actId="478"/>
          <ac:picMkLst>
            <pc:docMk/>
            <pc:sldMk cId="0" sldId="256"/>
            <ac:picMk id="6" creationId="{00000000-0000-0000-0000-00000000000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8:56.841" v="162" actId="478"/>
          <ac:picMkLst>
            <pc:docMk/>
            <pc:sldMk cId="0" sldId="256"/>
            <ac:picMk id="21" creationId="{39800F03-85D7-C539-AC1F-E617F255427D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1:18.033" v="116" actId="478"/>
          <ac:picMkLst>
            <pc:docMk/>
            <pc:sldMk cId="0" sldId="256"/>
            <ac:picMk id="24" creationId="{49E19F6C-7A17-044F-4D35-5AE5900A884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03.416" v="173" actId="1076"/>
        <pc:sldMkLst>
          <pc:docMk/>
          <pc:sldMk cId="0" sldId="257"/>
        </pc:sldMkLst>
        <pc:spChg chg="del">
          <ac:chgData name="Inter Institutional Inclusive  Innovations Center" userId="8f0f2a58-4f3c-47a5-9304-113b24e1e584" providerId="ADAL" clId="{7C429524-839A-4DDC-9EAA-B9B6CA7C8F65}" dt="2026-07-23T09:23:50.752" v="142" actId="478"/>
          <ac:spMkLst>
            <pc:docMk/>
            <pc:sldMk cId="0" sldId="257"/>
            <ac:spMk id="4" creationId="{00000000-0000-0000-0000-000000000000}"/>
          </ac:spMkLst>
        </pc:spChg>
        <pc:spChg chg="add mod">
          <ac:chgData name="Inter Institutional Inclusive  Innovations Center" userId="8f0f2a58-4f3c-47a5-9304-113b24e1e584" providerId="ADAL" clId="{7C429524-839A-4DDC-9EAA-B9B6CA7C8F65}" dt="2026-07-23T09:23:55" v="144" actId="1076"/>
          <ac:spMkLst>
            <pc:docMk/>
            <pc:sldMk cId="0" sldId="257"/>
            <ac:spMk id="70" creationId="{780937B3-EB04-4CBA-C636-AF115BC1E358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1:34.301" v="122" actId="478"/>
          <ac:picMkLst>
            <pc:docMk/>
            <pc:sldMk cId="0" sldId="257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50:03.416" v="173" actId="1076"/>
          <ac:picMkLst>
            <pc:docMk/>
            <pc:sldMk cId="0" sldId="257"/>
            <ac:picMk id="5" creationId="{5F67FE6B-8CE4-2744-DE3C-E456350E62E4}"/>
          </ac:picMkLst>
        </pc:picChg>
        <pc:picChg chg="add del">
          <ac:chgData name="Inter Institutional Inclusive  Innovations Center" userId="8f0f2a58-4f3c-47a5-9304-113b24e1e584" providerId="ADAL" clId="{7C429524-839A-4DDC-9EAA-B9B6CA7C8F65}" dt="2026-07-23T09:23:50.752" v="142" actId="478"/>
          <ac:picMkLst>
            <pc:docMk/>
            <pc:sldMk cId="0" sldId="257"/>
            <ac:picMk id="6" creationId="{00000000-0000-0000-0000-000000000000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1:36.011" v="123" actId="478"/>
          <ac:picMkLst>
            <pc:docMk/>
            <pc:sldMk cId="0" sldId="257"/>
            <ac:picMk id="67" creationId="{C1D8EFAA-60C4-F885-3CF5-29E5275B8458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3T09:23:50.752" v="142" actId="478"/>
          <ac:picMkLst>
            <pc:docMk/>
            <pc:sldMk cId="0" sldId="257"/>
            <ac:picMk id="68" creationId="{923CF78D-2057-EB74-919F-879D8B37DC53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9:59.267" v="171" actId="478"/>
          <ac:picMkLst>
            <pc:docMk/>
            <pc:sldMk cId="0" sldId="257"/>
            <ac:picMk id="72" creationId="{E669829C-7B29-A7D1-ED99-C5F19C5072C6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9:57.485" v="170" actId="478"/>
          <ac:picMkLst>
            <pc:docMk/>
            <pc:sldMk cId="0" sldId="257"/>
            <ac:picMk id="74" creationId="{BEAA2AA5-66C7-EAD6-3C1C-DA0576C000F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10.912" v="177" actId="1076"/>
        <pc:sldMkLst>
          <pc:docMk/>
          <pc:sldMk cId="0" sldId="258"/>
        </pc:sldMkLst>
        <pc:spChg chg="del">
          <ac:chgData name="Inter Institutional Inclusive  Innovations Center" userId="8f0f2a58-4f3c-47a5-9304-113b24e1e584" providerId="ADAL" clId="{7C429524-839A-4DDC-9EAA-B9B6CA7C8F65}" dt="2026-07-23T09:24:02.229" v="145" actId="478"/>
          <ac:spMkLst>
            <pc:docMk/>
            <pc:sldMk cId="0" sldId="258"/>
            <ac:spMk id="4" creationId="{00000000-0000-0000-0000-000000000000}"/>
          </ac:spMkLst>
        </pc:spChg>
        <pc:spChg chg="add mod">
          <ac:chgData name="Inter Institutional Inclusive  Innovations Center" userId="8f0f2a58-4f3c-47a5-9304-113b24e1e584" providerId="ADAL" clId="{7C429524-839A-4DDC-9EAA-B9B6CA7C8F65}" dt="2026-07-23T09:24:05.052" v="147" actId="1076"/>
          <ac:spMkLst>
            <pc:docMk/>
            <pc:sldMk cId="0" sldId="258"/>
            <ac:spMk id="22" creationId="{8B3789FB-4EC6-29BB-8AB4-B514BCE88A9C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4:02.229" v="145" actId="478"/>
          <ac:picMkLst>
            <pc:docMk/>
            <pc:sldMk cId="0" sldId="258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50:10.912" v="177" actId="1076"/>
          <ac:picMkLst>
            <pc:docMk/>
            <pc:sldMk cId="0" sldId="258"/>
            <ac:picMk id="5" creationId="{AFA5626A-1768-0BB6-2B3B-C29607998D96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4:02.229" v="145" actId="478"/>
          <ac:picMkLst>
            <pc:docMk/>
            <pc:sldMk cId="0" sldId="258"/>
            <ac:picMk id="6" creationId="{00000000-0000-0000-0000-00000000000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08.485" v="175" actId="478"/>
          <ac:picMkLst>
            <pc:docMk/>
            <pc:sldMk cId="0" sldId="258"/>
            <ac:picMk id="24" creationId="{AE24B99B-8E01-F8B4-8ED1-D996CB7F0C99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06.767" v="174" actId="478"/>
          <ac:picMkLst>
            <pc:docMk/>
            <pc:sldMk cId="0" sldId="258"/>
            <ac:picMk id="26" creationId="{D2A8A9BE-1E15-DD99-FB54-E04C51A447DD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18.005" v="181" actId="1076"/>
        <pc:sldMkLst>
          <pc:docMk/>
          <pc:sldMk cId="0" sldId="259"/>
        </pc:sldMkLst>
        <pc:spChg chg="add mod">
          <ac:chgData name="Inter Institutional Inclusive  Innovations Center" userId="8f0f2a58-4f3c-47a5-9304-113b24e1e584" providerId="ADAL" clId="{7C429524-839A-4DDC-9EAA-B9B6CA7C8F65}" dt="2026-07-23T09:24:11.057" v="149" actId="1076"/>
          <ac:spMkLst>
            <pc:docMk/>
            <pc:sldMk cId="0" sldId="259"/>
            <ac:spMk id="25" creationId="{82B7216B-04F1-E2CC-935F-9AA2CE5B9E43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18.005" v="181" actId="1076"/>
          <ac:picMkLst>
            <pc:docMk/>
            <pc:sldMk cId="0" sldId="259"/>
            <ac:picMk id="26" creationId="{7743FE56-9400-E309-F93C-96E3C8B4AF82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15.027" v="179" actId="478"/>
          <ac:picMkLst>
            <pc:docMk/>
            <pc:sldMk cId="0" sldId="259"/>
            <ac:picMk id="27" creationId="{B357A1E6-99F0-E990-223D-B058F179008C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13.204" v="178" actId="478"/>
          <ac:picMkLst>
            <pc:docMk/>
            <pc:sldMk cId="0" sldId="259"/>
            <ac:picMk id="29" creationId="{9072229F-1CE5-750A-DBFD-9C4A88BAFE15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28.242" v="186" actId="1076"/>
        <pc:sldMkLst>
          <pc:docMk/>
          <pc:sldMk cId="0" sldId="260"/>
        </pc:sldMkLst>
        <pc:spChg chg="add mod">
          <ac:chgData name="Inter Institutional Inclusive  Innovations Center" userId="8f0f2a58-4f3c-47a5-9304-113b24e1e584" providerId="ADAL" clId="{7C429524-839A-4DDC-9EAA-B9B6CA7C8F65}" dt="2026-07-23T09:24:18.395" v="151" actId="1076"/>
          <ac:spMkLst>
            <pc:docMk/>
            <pc:sldMk cId="0" sldId="260"/>
            <ac:spMk id="22" creationId="{50164B49-38DE-6195-0A8B-DC6EC6DA2457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28.242" v="186" actId="1076"/>
          <ac:picMkLst>
            <pc:docMk/>
            <pc:sldMk cId="0" sldId="260"/>
            <ac:picMk id="23" creationId="{18A68BD0-3127-AC0B-80B4-CA2643B37A26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23.735" v="183" actId="478"/>
          <ac:picMkLst>
            <pc:docMk/>
            <pc:sldMk cId="0" sldId="260"/>
            <ac:picMk id="24" creationId="{3A18E54B-D9A5-D8F4-1F47-CC79C92D1FCB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21.102" v="182" actId="478"/>
          <ac:picMkLst>
            <pc:docMk/>
            <pc:sldMk cId="0" sldId="260"/>
            <ac:picMk id="26" creationId="{EFBAF213-417A-8EA4-B3CD-8E1992EDDC89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35.583" v="190" actId="1076"/>
        <pc:sldMkLst>
          <pc:docMk/>
          <pc:sldMk cId="0" sldId="261"/>
        </pc:sldMkLst>
        <pc:spChg chg="add mod">
          <ac:chgData name="Inter Institutional Inclusive  Innovations Center" userId="8f0f2a58-4f3c-47a5-9304-113b24e1e584" providerId="ADAL" clId="{7C429524-839A-4DDC-9EAA-B9B6CA7C8F65}" dt="2026-07-23T09:24:23.028" v="153" actId="1076"/>
          <ac:spMkLst>
            <pc:docMk/>
            <pc:sldMk cId="0" sldId="261"/>
            <ac:spMk id="25" creationId="{BB3A3471-21A6-8A80-8399-32E98C63F186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35.583" v="190" actId="1076"/>
          <ac:picMkLst>
            <pc:docMk/>
            <pc:sldMk cId="0" sldId="261"/>
            <ac:picMk id="26" creationId="{1ADA517E-8996-A444-E540-A2F9B8F98D2B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2.232" v="188" actId="478"/>
          <ac:picMkLst>
            <pc:docMk/>
            <pc:sldMk cId="0" sldId="261"/>
            <ac:picMk id="27" creationId="{D9C2C2E0-4D39-89DE-E3C8-3CF1DCD3752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0.421" v="187" actId="478"/>
          <ac:picMkLst>
            <pc:docMk/>
            <pc:sldMk cId="0" sldId="261"/>
            <ac:picMk id="29" creationId="{3BBCC248-868C-340C-0FAD-CA376B1FC8FE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42.239" v="194" actId="1076"/>
        <pc:sldMkLst>
          <pc:docMk/>
          <pc:sldMk cId="0" sldId="262"/>
        </pc:sldMkLst>
        <pc:spChg chg="add mod">
          <ac:chgData name="Inter Institutional Inclusive  Innovations Center" userId="8f0f2a58-4f3c-47a5-9304-113b24e1e584" providerId="ADAL" clId="{7C429524-839A-4DDC-9EAA-B9B6CA7C8F65}" dt="2026-07-23T09:24:26.189" v="155" actId="1076"/>
          <ac:spMkLst>
            <pc:docMk/>
            <pc:sldMk cId="0" sldId="262"/>
            <ac:spMk id="27" creationId="{850BA2BE-D607-619F-6960-A71277019D3B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42.239" v="194" actId="1076"/>
          <ac:picMkLst>
            <pc:docMk/>
            <pc:sldMk cId="0" sldId="262"/>
            <ac:picMk id="28" creationId="{C5D3E59C-FE74-F0BE-9B10-98C8003398BC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9.769" v="192" actId="478"/>
          <ac:picMkLst>
            <pc:docMk/>
            <pc:sldMk cId="0" sldId="262"/>
            <ac:picMk id="29" creationId="{D1CD71D8-80DC-E089-7F84-F870CA829998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7.857" v="191" actId="478"/>
          <ac:picMkLst>
            <pc:docMk/>
            <pc:sldMk cId="0" sldId="262"/>
            <ac:picMk id="31" creationId="{32772FAA-6737-736E-57F5-863D0C30C83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13.043" v="199" actId="1076"/>
        <pc:sldMkLst>
          <pc:docMk/>
          <pc:sldMk cId="0" sldId="263"/>
        </pc:sldMkLst>
        <pc:spChg chg="add mod">
          <ac:chgData name="Inter Institutional Inclusive  Innovations Center" userId="8f0f2a58-4f3c-47a5-9304-113b24e1e584" providerId="ADAL" clId="{7C429524-839A-4DDC-9EAA-B9B6CA7C8F65}" dt="2026-07-23T09:24:31.594" v="157" actId="1076"/>
          <ac:spMkLst>
            <pc:docMk/>
            <pc:sldMk cId="0" sldId="263"/>
            <ac:spMk id="31" creationId="{10B6379C-1BCE-6784-4600-934501FC5F97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13.043" v="199" actId="1076"/>
          <ac:picMkLst>
            <pc:docMk/>
            <pc:sldMk cId="0" sldId="263"/>
            <ac:picMk id="32" creationId="{0D18A824-BCDE-0A33-4245-E3C168F9E6DD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46.281" v="196" actId="478"/>
          <ac:picMkLst>
            <pc:docMk/>
            <pc:sldMk cId="0" sldId="263"/>
            <ac:picMk id="33" creationId="{ADD1E958-165B-D6F5-A64F-04FCD64E2147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44.546" v="195" actId="478"/>
          <ac:picMkLst>
            <pc:docMk/>
            <pc:sldMk cId="0" sldId="263"/>
            <ac:picMk id="35" creationId="{6BADDDF0-0612-EB5D-5A8F-EFB7179CFC49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28.815" v="207" actId="1076"/>
        <pc:sldMkLst>
          <pc:docMk/>
          <pc:sldMk cId="0" sldId="267"/>
        </pc:sldMkLst>
        <pc:spChg chg="add mod">
          <ac:chgData name="Inter Institutional Inclusive  Innovations Center" userId="8f0f2a58-4f3c-47a5-9304-113b24e1e584" providerId="ADAL" clId="{7C429524-839A-4DDC-9EAA-B9B6CA7C8F65}" dt="2026-07-23T09:24:40.860" v="161" actId="1076"/>
          <ac:spMkLst>
            <pc:docMk/>
            <pc:sldMk cId="0" sldId="267"/>
            <ac:spMk id="32" creationId="{3E27E131-AC1D-E75C-0267-02565ACC1BC3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28.815" v="207" actId="1076"/>
          <ac:picMkLst>
            <pc:docMk/>
            <pc:sldMk cId="0" sldId="267"/>
            <ac:picMk id="33" creationId="{1D876DBE-D402-1B41-B952-69F6F5BF98C9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26.339" v="205" actId="478"/>
          <ac:picMkLst>
            <pc:docMk/>
            <pc:sldMk cId="0" sldId="267"/>
            <ac:picMk id="34" creationId="{3207B916-D916-65B2-E15B-7B8E518A4CF1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24.437" v="204" actId="478"/>
          <ac:picMkLst>
            <pc:docMk/>
            <pc:sldMk cId="0" sldId="267"/>
            <ac:picMk id="36" creationId="{73F6D37F-F5F4-6581-D4C3-0D6D2153AEF3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22.013" v="203" actId="1076"/>
        <pc:sldMkLst>
          <pc:docMk/>
          <pc:sldMk cId="0" sldId="268"/>
        </pc:sldMkLst>
        <pc:spChg chg="add mod">
          <ac:chgData name="Inter Institutional Inclusive  Innovations Center" userId="8f0f2a58-4f3c-47a5-9304-113b24e1e584" providerId="ADAL" clId="{7C429524-839A-4DDC-9EAA-B9B6CA7C8F65}" dt="2026-07-23T09:24:36.582" v="159" actId="1076"/>
          <ac:spMkLst>
            <pc:docMk/>
            <pc:sldMk cId="0" sldId="268"/>
            <ac:spMk id="30" creationId="{89A93441-4E5C-0FCA-6BDD-16AB2E1B711C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22.013" v="203" actId="1076"/>
          <ac:picMkLst>
            <pc:docMk/>
            <pc:sldMk cId="0" sldId="268"/>
            <ac:picMk id="31" creationId="{73E0C32B-9271-FA34-86BB-7D95EB5AB342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19.304" v="201" actId="478"/>
          <ac:picMkLst>
            <pc:docMk/>
            <pc:sldMk cId="0" sldId="268"/>
            <ac:picMk id="32" creationId="{10A4E146-7FDB-FFE9-9526-3614562D8544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17.385" v="200" actId="478"/>
          <ac:picMkLst>
            <pc:docMk/>
            <pc:sldMk cId="0" sldId="268"/>
            <ac:picMk id="34" creationId="{616214A5-37D4-FB21-7202-26AFB342A299}"/>
          </ac:picMkLst>
        </pc:picChg>
      </pc:sldChg>
      <pc:sldMasterChg chg="modSldLayout">
        <pc:chgData name="Inter Institutional Inclusive  Innovations Center" userId="8f0f2a58-4f3c-47a5-9304-113b24e1e584" providerId="ADAL" clId="{7C429524-839A-4DDC-9EAA-B9B6CA7C8F65}" dt="2026-07-23T09:22:53.132" v="135" actId="1076"/>
        <pc:sldMasterMkLst>
          <pc:docMk/>
          <pc:sldMasterMk cId="0" sldId="2147483648"/>
        </pc:sldMasterMkLst>
        <pc:sldLayoutChg chg="addSp delSp modSp mod">
          <pc:chgData name="Inter Institutional Inclusive  Innovations Center" userId="8f0f2a58-4f3c-47a5-9304-113b24e1e584" providerId="ADAL" clId="{7C429524-839A-4DDC-9EAA-B9B6CA7C8F65}" dt="2026-07-23T09:22:53.132" v="135" actId="1076"/>
          <pc:sldLayoutMkLst>
            <pc:docMk/>
            <pc:sldMasterMk cId="0" sldId="2147483648"/>
            <pc:sldLayoutMk cId="0" sldId="2147483649"/>
          </pc:sldLayoutMkLst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3" creationId="{670500D5-0C61-D368-3EA8-B0D70E76267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7" creationId="{8554604A-67D5-8651-A136-D9C527FB2A3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9" creationId="{29E90E54-6D65-ECF5-20F4-778E23505930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1" creationId="{070086D7-78C3-0DC3-34DD-D68141DA9548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3" creationId="{A2E77B92-8008-BEFB-D609-FA2E3D4355C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5" creationId="{BDA6C487-A013-0BDD-3256-B049C59B305E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7" creationId="{86CA69B4-C6E5-E2E4-A86B-E8053E9874F3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3" creationId="{4C7FD9C6-DB86-B335-81D3-D5591274E04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5" creationId="{9C2348A3-50E7-9624-EAF4-9ACFD3ABE58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7" creationId="{F81BDED9-60D5-649E-4AB6-5A7B541D9AA0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31" creationId="{2BD26DD0-A441-CDA1-C7C4-500C0B482AE4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47" creationId="{A5833BA1-7E68-EA56-E2F4-8F8311ABF752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49" creationId="{B9BD3167-D5BD-8B40-4555-84C7BD065A5E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57" creationId="{5061D844-37EB-548D-B973-C8018E42C215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65" creationId="{FDE11816-BE8D-2EA8-403C-EDD897CC888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77" creationId="{3779CD17-0018-CC60-6D0F-0933639C8E8F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79" creationId="{C8A72EB2-0C41-D852-59DA-E4EA48C4DC76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83" creationId="{6C9218A1-D90A-BA12-EF63-1B92669F6E38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85" creationId="{449C0B3C-3475-D922-9A12-C029E001B10F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3" creationId="{08A80940-BD2D-E549-ED9D-34BC817068A3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5" creationId="{FECC3D97-6F4A-BC31-16FB-164D35CAFD27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9" creationId="{C6F62233-28CA-F7F7-27B0-76ED806DEE15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13" creationId="{3329D229-D178-066B-8117-18D8EC7F3373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127" creationId="{F0D528F7-9BB6-65AC-0918-282E384814E2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41" creationId="{EB893E23-FB1A-0D77-F65C-392B3A91CBBC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43" creationId="{A26E93F0-C6F6-73C1-E4FF-8B898B8250A6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53" creationId="{07D1DC4B-8695-07D8-8056-6A8BA7F332F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87" creationId="{FCA5CCE8-8E73-82EE-CB6B-ADB25409BFB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91" creationId="{500422FC-A5C6-6331-8965-69B3A3D859E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93" creationId="{85DE142B-F8AA-47A6-E761-6329FF37BFB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03" creationId="{5871EDFA-DBCB-D39E-C0AB-2C0B81A53820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13" creationId="{CBE53BBA-B6A7-D74B-87C7-2C5D8EEAA454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31" creationId="{E6A3F812-3BF4-9336-E57D-860E6A54F38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45" creationId="{68E228AD-385E-7895-2F11-2E8E1A4C209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53" creationId="{B226F5B6-1373-9263-48EC-924CF9FC8688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69" creationId="{8C9230A6-A4D4-2C36-7EB2-ADA9A45F2699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79" creationId="{4F0EF51C-A9EC-FDE9-5978-4FD26B7D03A8}"/>
            </ac:spMkLst>
          </pc:spChg>
          <pc:picChg chg="mod">
            <ac:chgData name="Inter Institutional Inclusive  Innovations Center" userId="8f0f2a58-4f3c-47a5-9304-113b24e1e584" providerId="ADAL" clId="{7C429524-839A-4DDC-9EAA-B9B6CA7C8F65}" dt="2026-07-23T09:22:39.795" v="132" actId="1076"/>
            <ac:picMkLst>
              <pc:docMk/>
              <pc:sldMasterMk cId="0" sldId="2147483648"/>
              <pc:sldLayoutMk cId="0" sldId="2147483649"/>
              <ac:picMk id="33" creationId="{9C02DD19-DD7E-1634-0056-B0B673F6409D}"/>
            </ac:picMkLst>
          </pc:picChg>
          <pc:picChg chg="add mod">
            <ac:chgData name="Inter Institutional Inclusive  Innovations Center" userId="8f0f2a58-4f3c-47a5-9304-113b24e1e584" providerId="ADAL" clId="{7C429524-839A-4DDC-9EAA-B9B6CA7C8F65}" dt="2026-07-23T09:22:53.132" v="135" actId="1076"/>
            <ac:picMkLst>
              <pc:docMk/>
              <pc:sldMasterMk cId="0" sldId="2147483648"/>
              <pc:sldLayoutMk cId="0" sldId="2147483649"/>
              <ac:picMk id="282" creationId="{BD66A30C-A2DE-61B6-8B7B-4CF622680E59}"/>
            </ac:picMkLst>
          </pc:picChg>
        </pc:sldLayoutChg>
      </pc:sldMasterChg>
      <pc:sldMasterChg chg="new del mod addSldLayout delSldLayout">
        <pc:chgData name="Inter Institutional Inclusive  Innovations Center" userId="8f0f2a58-4f3c-47a5-9304-113b24e1e584" providerId="ADAL" clId="{7C429524-839A-4DDC-9EAA-B9B6CA7C8F65}" dt="2026-07-23T09:23:04.733" v="137" actId="6938"/>
        <pc:sldMasterMkLst>
          <pc:docMk/>
          <pc:sldMasterMk cId="1023542986" sldId="2147483650"/>
        </pc:sldMasterMkLst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72539884" sldId="2147483651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481455685" sldId="2147483652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921258258" sldId="2147483653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884839122" sldId="2147483654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399709954" sldId="2147483655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808508738" sldId="2147483656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108363411" sldId="2147483657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535369900" sldId="2147483658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624862031" sldId="2147483659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822323631" sldId="2147483660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931480772" sldId="2147483661"/>
          </pc:sldLayoutMkLst>
        </pc:sldLayoutChg>
      </pc:sldMasterChg>
      <pc:sldMasterChg chg="new del mod addSldLayout delSldLayout">
        <pc:chgData name="Inter Institutional Inclusive  Innovations Center" userId="8f0f2a58-4f3c-47a5-9304-113b24e1e584" providerId="ADAL" clId="{7C429524-839A-4DDC-9EAA-B9B6CA7C8F65}" dt="2026-07-23T09:23:08.103" v="139" actId="6938"/>
        <pc:sldMasterMkLst>
          <pc:docMk/>
          <pc:sldMasterMk cId="1372952111" sldId="2147483650"/>
        </pc:sldMasterMkLst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105982335" sldId="2147483651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800850885" sldId="2147483652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877606852" sldId="2147483653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208342861" sldId="2147483654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396227509" sldId="2147483655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380754746" sldId="2147483656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973874357" sldId="2147483657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685638390" sldId="2147483658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165239747" sldId="2147483659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582729751" sldId="2147483660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622961263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29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>
            <a:extLst>
              <a:ext uri="{FF2B5EF4-FFF2-40B4-BE49-F238E27FC236}">
                <a16:creationId xmlns:a16="http://schemas.microsoft.com/office/drawing/2014/main" id="{2BD26DD0-A441-CDA1-C7C4-500C0B482AE4}"/>
              </a:ext>
            </a:extLst>
          </p:cNvPr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9C02DD19-DD7E-1634-0056-B0B673F640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5" name="Shape 1">
            <a:extLst>
              <a:ext uri="{FF2B5EF4-FFF2-40B4-BE49-F238E27FC236}">
                <a16:creationId xmlns:a16="http://schemas.microsoft.com/office/drawing/2014/main" id="{2896CD82-D6A3-3A0B-5BEE-489BF15E90F1}"/>
              </a:ext>
            </a:extLst>
          </p:cNvPr>
          <p:cNvSpPr/>
          <p:nvPr userDrawn="1"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7" name="Image 2" descr="preencoded.png">
            <a:extLst>
              <a:ext uri="{FF2B5EF4-FFF2-40B4-BE49-F238E27FC236}">
                <a16:creationId xmlns:a16="http://schemas.microsoft.com/office/drawing/2014/main" id="{FE4B1F73-561B-DEF0-4566-CD6294947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pic>
        <p:nvPicPr>
          <p:cNvPr id="282" name="Picture 281">
            <a:extLst>
              <a:ext uri="{FF2B5EF4-FFF2-40B4-BE49-F238E27FC236}">
                <a16:creationId xmlns:a16="http://schemas.microsoft.com/office/drawing/2014/main" id="{BD66A30C-A2DE-61B6-8B7B-4CF622680E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8356" y="381305"/>
            <a:ext cx="5745480" cy="46736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hyperlink" Target="mailto:%7bgalgaleshrey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10" Type="http://schemas.openxmlformats.org/officeDocument/2006/relationships/image" Target="../media/image17.png"/><Relationship Id="rId4" Type="http://schemas.openxmlformats.org/officeDocument/2006/relationships/image" Target="../media/image11.jpe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1.png"/><Relationship Id="rId5" Type="http://schemas.openxmlformats.org/officeDocument/2006/relationships/image" Target="../media/image2.png"/><Relationship Id="rId10" Type="http://schemas.openxmlformats.org/officeDocument/2006/relationships/image" Target="../media/image20.png"/><Relationship Id="rId4" Type="http://schemas.openxmlformats.org/officeDocument/2006/relationships/image" Target="../media/image11.jpe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jpeg"/><Relationship Id="rId7" Type="http://schemas.openxmlformats.org/officeDocument/2006/relationships/image" Target="../media/image23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7.png"/><Relationship Id="rId5" Type="http://schemas.openxmlformats.org/officeDocument/2006/relationships/image" Target="../media/image2.png"/><Relationship Id="rId10" Type="http://schemas.openxmlformats.org/officeDocument/2006/relationships/image" Target="../media/image9.png"/><Relationship Id="rId4" Type="http://schemas.openxmlformats.org/officeDocument/2006/relationships/image" Target="../media/image11.jpe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jpe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jpe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43000"/>
            <a:ext cx="47549" cy="276149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3"/>
          <p:cNvSpPr/>
          <p:nvPr/>
        </p:nvSpPr>
        <p:spPr>
          <a:xfrm>
            <a:off x="9182405" y="1080820"/>
            <a:ext cx="2438705" cy="419709"/>
          </a:xfrm>
          <a:prstGeom prst="roundRect">
            <a:avLst>
              <a:gd name="adj" fmla="val 2658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4"/>
          <p:cNvSpPr/>
          <p:nvPr/>
        </p:nvSpPr>
        <p:spPr>
          <a:xfrm>
            <a:off x="571500" y="1712671"/>
            <a:ext cx="11048695" cy="1351483"/>
          </a:xfrm>
          <a:prstGeom prst="roundRect">
            <a:avLst>
              <a:gd name="adj" fmla="val 2216"/>
            </a:avLst>
          </a:prstGeom>
          <a:solidFill>
            <a:srgbClr val="273383">
              <a:alpha val="3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  <a:effectLst>
            <a:outerShdw blurRad="190500" dist="1016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80644" y="1721815"/>
            <a:ext cx="11045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684325" y="1721815"/>
            <a:ext cx="221010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3889858" y="1721815"/>
            <a:ext cx="44192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8301838" y="1721815"/>
            <a:ext cx="3314700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580644" y="2604211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684325" y="2604211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3889858" y="2604211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8301838" y="2604211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580644" y="2606954"/>
            <a:ext cx="11030407" cy="4508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580644" y="3055010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1684325" y="3055010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3889858" y="3055010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8301838" y="3055010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580644" y="3510382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1684325" y="3510382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3889858" y="3510382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8301838" y="3510382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571500" y="4543654"/>
            <a:ext cx="11048695" cy="2029054"/>
          </a:xfrm>
          <a:prstGeom prst="roundRect">
            <a:avLst>
              <a:gd name="adj" fmla="val 253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771754" y="5048402"/>
            <a:ext cx="10649102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6"/>
          <p:cNvSpPr/>
          <p:nvPr/>
        </p:nvSpPr>
        <p:spPr>
          <a:xfrm>
            <a:off x="771754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6191402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8"/>
          <p:cNvSpPr txBox="1"/>
          <p:nvPr/>
        </p:nvSpPr>
        <p:spPr>
          <a:xfrm>
            <a:off x="761695" y="1086307"/>
            <a:ext cx="205374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Details</a:t>
            </a:r>
            <a:endParaRPr lang="en-US" sz="2100" dirty="0"/>
          </a:p>
        </p:txBody>
      </p:sp>
      <p:sp>
        <p:nvSpPr>
          <p:cNvPr id="35" name="Text 29"/>
          <p:cNvSpPr txBox="1"/>
          <p:nvPr/>
        </p:nvSpPr>
        <p:spPr>
          <a:xfrm>
            <a:off x="8076895" y="1237183"/>
            <a:ext cx="1105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Name: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771754" y="1836115"/>
            <a:ext cx="5989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SR. NO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1874520" y="1836115"/>
            <a:ext cx="465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4080053" y="1836115"/>
            <a:ext cx="5321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8492033" y="1836115"/>
            <a:ext cx="13130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ACADEMIC YEAR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771754" y="2270455"/>
            <a:ext cx="1563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Text 35"/>
          <p:cNvSpPr txBox="1"/>
          <p:nvPr/>
        </p:nvSpPr>
        <p:spPr>
          <a:xfrm>
            <a:off x="1874520" y="2270455"/>
            <a:ext cx="10707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</a:t>
            </a:r>
            <a:endParaRPr 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771754" y="2725826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1874520" y="2725826"/>
            <a:ext cx="8046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1</a:t>
            </a:r>
            <a:endParaRPr lang="en-US" sz="1100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4"/>
          <a:srcRect l="-2994" r="-2994"/>
          <a:stretch/>
        </p:blipFill>
        <p:spPr>
          <a:xfrm>
            <a:off x="771754" y="4772254"/>
            <a:ext cx="161849" cy="152705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1009498" y="4743907"/>
            <a:ext cx="13432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COLLEGE NAME</a:t>
            </a:r>
            <a:endParaRPr lang="en-US" sz="1200" dirty="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5"/>
          <a:srcRect l="-2994" r="-2994"/>
          <a:stretch/>
        </p:blipFill>
        <p:spPr>
          <a:xfrm>
            <a:off x="771754" y="5658307"/>
            <a:ext cx="161849" cy="152705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1009498" y="5629046"/>
            <a:ext cx="27724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CONTACT NUMBER</a:t>
            </a:r>
            <a:endParaRPr lang="en-US" sz="1200" dirty="0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6"/>
          <a:srcRect l="-2994" r="-2994"/>
          <a:stretch/>
        </p:blipFill>
        <p:spPr>
          <a:xfrm>
            <a:off x="6191402" y="5658307"/>
            <a:ext cx="161849" cy="152705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6429146" y="562904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EMAIL ADDRESS</a:t>
            </a:r>
            <a:endParaRPr lang="en-US" sz="1200" dirty="0"/>
          </a:p>
        </p:txBody>
      </p:sp>
      <p:sp>
        <p:nvSpPr>
          <p:cNvPr id="54" name="Text 45"/>
          <p:cNvSpPr txBox="1"/>
          <p:nvPr/>
        </p:nvSpPr>
        <p:spPr>
          <a:xfrm>
            <a:off x="9326424" y="1180490"/>
            <a:ext cx="1719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 </a:t>
            </a:r>
            <a:r>
              <a:rPr lang="en-US" sz="1400" dirty="0" err="1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SadhShre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5" name="Text 46"/>
          <p:cNvSpPr txBox="1"/>
          <p:nvPr/>
        </p:nvSpPr>
        <p:spPr>
          <a:xfrm>
            <a:off x="4080053" y="2270454"/>
            <a:ext cx="4221785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SHREY NAVNATH GALGALE</a:t>
            </a:r>
            <a:endParaRPr lang="en-US" sz="1100" dirty="0"/>
          </a:p>
        </p:txBody>
      </p:sp>
      <p:sp>
        <p:nvSpPr>
          <p:cNvPr id="56" name="Text 47"/>
          <p:cNvSpPr txBox="1"/>
          <p:nvPr/>
        </p:nvSpPr>
        <p:spPr>
          <a:xfrm>
            <a:off x="8492033" y="2270455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Third Year</a:t>
            </a:r>
            <a:endParaRPr lang="en-US" sz="1100" dirty="0"/>
          </a:p>
        </p:txBody>
      </p:sp>
      <p:sp>
        <p:nvSpPr>
          <p:cNvPr id="57" name="Text 48"/>
          <p:cNvSpPr txBox="1"/>
          <p:nvPr/>
        </p:nvSpPr>
        <p:spPr>
          <a:xfrm>
            <a:off x="4080053" y="2725826"/>
            <a:ext cx="2699309" cy="17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SADHANA BABASO KORAVI</a:t>
            </a:r>
            <a:endParaRPr lang="en-US" sz="1100" dirty="0"/>
          </a:p>
        </p:txBody>
      </p:sp>
      <p:sp>
        <p:nvSpPr>
          <p:cNvPr id="58" name="Text 49"/>
          <p:cNvSpPr txBox="1"/>
          <p:nvPr/>
        </p:nvSpPr>
        <p:spPr>
          <a:xfrm>
            <a:off x="8492033" y="2725826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Third Year</a:t>
            </a:r>
            <a:endParaRPr lang="en-US" sz="1100" dirty="0"/>
          </a:p>
        </p:txBody>
      </p:sp>
      <p:sp>
        <p:nvSpPr>
          <p:cNvPr id="63" name="Text 54"/>
          <p:cNvSpPr txBox="1"/>
          <p:nvPr/>
        </p:nvSpPr>
        <p:spPr>
          <a:xfrm>
            <a:off x="923543" y="5152643"/>
            <a:ext cx="10273191" cy="258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SHARAD </a:t>
            </a:r>
            <a:r>
              <a:rPr lang="en-IN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INSTITUTE OF TECHNOLOGY COLLEGE OF ENGINEERING YADRAV , ICHALKARANJI </a:t>
            </a:r>
            <a:endParaRPr lang="en-US" sz="1200" dirty="0"/>
          </a:p>
        </p:txBody>
      </p:sp>
      <p:sp>
        <p:nvSpPr>
          <p:cNvPr id="64" name="Text 55"/>
          <p:cNvSpPr txBox="1"/>
          <p:nvPr/>
        </p:nvSpPr>
        <p:spPr>
          <a:xfrm>
            <a:off x="923544" y="6038698"/>
            <a:ext cx="1534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+91 8329656344</a:t>
            </a:r>
            <a:endParaRPr lang="en-US" sz="1200" dirty="0"/>
          </a:p>
        </p:txBody>
      </p:sp>
      <p:sp>
        <p:nvSpPr>
          <p:cNvPr id="65" name="Text 56"/>
          <p:cNvSpPr txBox="1"/>
          <p:nvPr/>
        </p:nvSpPr>
        <p:spPr>
          <a:xfrm>
            <a:off x="6344107" y="6038698"/>
            <a:ext cx="3798269" cy="257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IN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7"/>
              </a:rPr>
              <a:t>galgaleshrey@gmail.com</a:t>
            </a:r>
            <a:r>
              <a:rPr lang="en-IN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endParaRPr lang="en-US" sz="1200" dirty="0"/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780937B3-EB04-4CBA-C636-AF115BC1E358}"/>
              </a:ext>
            </a:extLst>
          </p:cNvPr>
          <p:cNvSpPr/>
          <p:nvPr/>
        </p:nvSpPr>
        <p:spPr>
          <a:xfrm>
            <a:off x="562356" y="13807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7FE6B-8CE4-2744-DE3C-E456350E62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57" y="27370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55476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 Addressed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257679" y="1762962"/>
            <a:ext cx="11700587" cy="4955079"/>
          </a:xfrm>
          <a:prstGeom prst="roundRect">
            <a:avLst>
              <a:gd name="adj" fmla="val 139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Shape 9"/>
          <p:cNvSpPr/>
          <p:nvPr/>
        </p:nvSpPr>
        <p:spPr>
          <a:xfrm>
            <a:off x="435584" y="1824075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7034" y="1985252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84988" y="1919530"/>
            <a:ext cx="1004475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88E555"/>
                </a:solidFill>
              </a:rPr>
              <a:t>AI-Based Restoration of Degraded Semiconductor Images</a:t>
            </a:r>
          </a:p>
        </p:txBody>
      </p:sp>
      <p:sp>
        <p:nvSpPr>
          <p:cNvPr id="17" name="Shape 11"/>
          <p:cNvSpPr/>
          <p:nvPr/>
        </p:nvSpPr>
        <p:spPr>
          <a:xfrm>
            <a:off x="571500" y="2483143"/>
            <a:ext cx="7772568" cy="918434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Semiconductor inspection relies on microscopic imaging to identify defects before production. Noise and reduced resolution can hide fine structures, making critical defects difficult to detect reliably.</a:t>
            </a:r>
          </a:p>
        </p:txBody>
      </p:sp>
      <p:sp>
        <p:nvSpPr>
          <p:cNvPr id="19" name="Text 13"/>
          <p:cNvSpPr txBox="1"/>
          <p:nvPr/>
        </p:nvSpPr>
        <p:spPr>
          <a:xfrm>
            <a:off x="2185341" y="4096589"/>
            <a:ext cx="9044405" cy="963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50" dirty="0">
                <a:solidFill>
                  <a:schemeClr val="bg1">
                    <a:lumMod val="75000"/>
                  </a:schemeClr>
                </a:solidFill>
              </a:rPr>
              <a:t>                       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9F13985-00B4-3FE2-69FB-BA5F884201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8B3789FB-4EC6-29BB-8AB4-B514BCE88A9C}"/>
              </a:ext>
            </a:extLst>
          </p:cNvPr>
          <p:cNvSpPr/>
          <p:nvPr/>
        </p:nvSpPr>
        <p:spPr>
          <a:xfrm>
            <a:off x="571500" y="26629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A5626A-1768-0BB6-2B3B-C29607998D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449" y="416814"/>
            <a:ext cx="9163491" cy="586435"/>
          </a:xfrm>
          <a:prstGeom prst="rect">
            <a:avLst/>
          </a:prstGeom>
        </p:spPr>
      </p:pic>
      <p:sp>
        <p:nvSpPr>
          <p:cNvPr id="21" name="Shape 11">
            <a:extLst>
              <a:ext uri="{FF2B5EF4-FFF2-40B4-BE49-F238E27FC236}">
                <a16:creationId xmlns:a16="http://schemas.microsoft.com/office/drawing/2014/main" id="{419BC690-2A38-AC60-1EB3-4A818C7992AF}"/>
              </a:ext>
            </a:extLst>
          </p:cNvPr>
          <p:cNvSpPr/>
          <p:nvPr/>
        </p:nvSpPr>
        <p:spPr>
          <a:xfrm>
            <a:off x="8441697" y="2483143"/>
            <a:ext cx="3418940" cy="3621873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2"/>
                </a:solidFill>
              </a:rPr>
              <a:t>Key Challenges</a:t>
            </a:r>
          </a:p>
          <a:p>
            <a:endParaRPr lang="en-IN" b="1" dirty="0">
              <a:solidFill>
                <a:schemeClr val="accent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Noise Distortion</a:t>
            </a:r>
            <a:br>
              <a:rPr lang="en-US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Speckle / Gaussian noise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Resolution Loss</a:t>
            </a:r>
            <a:br>
              <a:rPr lang="en-US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Fine structures disappear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Structural Risk</a:t>
            </a:r>
            <a:br>
              <a:rPr lang="en-US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Important patterns may be distorted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False Detail Risk</a:t>
            </a:r>
            <a:br>
              <a:rPr lang="en-US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Restoration must not invent structures</a:t>
            </a:r>
            <a:endParaRPr lang="en-IN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2FE9A1DD-2599-697E-BD9C-48D4FEC9D425}"/>
              </a:ext>
            </a:extLst>
          </p:cNvPr>
          <p:cNvSpPr/>
          <p:nvPr/>
        </p:nvSpPr>
        <p:spPr>
          <a:xfrm>
            <a:off x="571500" y="6210956"/>
            <a:ext cx="9990752" cy="387287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⚠️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Core Challenge: Restore image quality without inventing false structures.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5E98DA-1AE8-0A06-C511-0E13C6D894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676934"/>
            <a:ext cx="7059691" cy="22795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1" y="1143915"/>
            <a:ext cx="55344" cy="414297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4" y="1107339"/>
            <a:ext cx="10682936" cy="655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Idea Description </a:t>
            </a:r>
            <a:endParaRPr lang="en-US" sz="2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Shape 4"/>
          <p:cNvSpPr/>
          <p:nvPr/>
        </p:nvSpPr>
        <p:spPr>
          <a:xfrm>
            <a:off x="213965" y="1628751"/>
            <a:ext cx="11519135" cy="4752848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239650" y="1628751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 flipV="1">
            <a:off x="458900" y="1788215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47089" y="2357626"/>
            <a:ext cx="9890150" cy="944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838505" y="1685239"/>
            <a:ext cx="4983797" cy="2477247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CONCEPT &amp; APPROACH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We propose an AI-powered image restoration system that enhances degraded semiconductor inspection images using deep learning. The system removes speckle noise, restores lost image details through super-resolution, and preserves defect integrity so that inspection systems can identify defects more accurately.</a:t>
            </a:r>
          </a:p>
          <a:p>
            <a:endParaRPr lang="en-US" dirty="0"/>
          </a:p>
        </p:txBody>
      </p:sp>
      <p:sp>
        <p:nvSpPr>
          <p:cNvPr id="18" name="Text 12"/>
          <p:cNvSpPr txBox="1"/>
          <p:nvPr/>
        </p:nvSpPr>
        <p:spPr>
          <a:xfrm>
            <a:off x="1162202" y="4261104"/>
            <a:ext cx="1996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162202" y="4528109"/>
            <a:ext cx="7677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811151" y="4637236"/>
            <a:ext cx="10570772" cy="1334602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OVERVIEW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We propose an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AI-powered image restoration system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for degraded semiconductor inspection images. The system combines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deep-learning-based denoising and super-resolution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to suppress speckle noise, recover fine structural details, and preserve critical defect information for reliable inspection.</a:t>
            </a:r>
          </a:p>
        </p:txBody>
      </p:sp>
      <p:sp>
        <p:nvSpPr>
          <p:cNvPr id="21" name="Text 15"/>
          <p:cNvSpPr txBox="1"/>
          <p:nvPr/>
        </p:nvSpPr>
        <p:spPr>
          <a:xfrm>
            <a:off x="1162202" y="5309006"/>
            <a:ext cx="1548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1162202" y="5575097"/>
            <a:ext cx="8458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033FF08-6369-1C95-EB39-A51D568DF0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82B7216B-04F1-E2CC-935F-9AA2CE5B9E43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743FE56-9400-E309-F93C-96E3C8B4AF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375" y="329389"/>
            <a:ext cx="9163491" cy="5864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1AE34F-F519-C7FA-98B2-644BBC07C1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3961" y="1711144"/>
            <a:ext cx="5041782" cy="27410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 flipH="1">
            <a:off x="647395" y="1084536"/>
            <a:ext cx="124359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666597" y="1058362"/>
            <a:ext cx="10296144" cy="4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Proposed Solution 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317241" y="1523822"/>
            <a:ext cx="11485983" cy="518747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Shape 9"/>
          <p:cNvSpPr/>
          <p:nvPr/>
        </p:nvSpPr>
        <p:spPr>
          <a:xfrm>
            <a:off x="582419" y="163285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738769" y="1804307"/>
            <a:ext cx="2862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10172700" cy="33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645108" y="2375807"/>
            <a:ext cx="4226600" cy="4074858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DETAILS</a:t>
            </a:r>
          </a:p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</a:rPr>
              <a:t>We design an adaptive restoration network that learns the degradation level and restores fine semiconductor structures while preserving important structures from the input. The model delivers two outputs: restored image and confidence map for trustworthy inspection.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88E555"/>
                </a:solidFill>
              </a:rPr>
              <a:t>Adaptive to noise level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88E555"/>
                </a:solidFill>
              </a:rPr>
              <a:t>Structure-aware restoration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88E555"/>
                </a:solidFill>
              </a:rPr>
              <a:t>Trustworthy output with uncertainty map</a:t>
            </a:r>
          </a:p>
        </p:txBody>
      </p:sp>
      <p:sp>
        <p:nvSpPr>
          <p:cNvPr id="18" name="Text 12"/>
          <p:cNvSpPr txBox="1"/>
          <p:nvPr/>
        </p:nvSpPr>
        <p:spPr>
          <a:xfrm>
            <a:off x="961948" y="3087528"/>
            <a:ext cx="1566647" cy="33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>
              <a:solidFill>
                <a:srgbClr val="88E555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67D8EB9-0510-8E20-AE50-3B9EC87046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50164B49-38DE-6195-0A8B-DC6EC6DA2457}"/>
              </a:ext>
            </a:extLst>
          </p:cNvPr>
          <p:cNvSpPr/>
          <p:nvPr/>
        </p:nvSpPr>
        <p:spPr>
          <a:xfrm>
            <a:off x="571500" y="142799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8A68BD0-3127-AC0B-80B4-CA2643B37A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553" y="276669"/>
            <a:ext cx="9163491" cy="58643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5D5C284-55A5-071D-08E3-A51E3790FDA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77997" y="1728469"/>
            <a:ext cx="5518704" cy="49018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49862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Innovation and Uniqueness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205274" y="1762963"/>
            <a:ext cx="11414922" cy="4811573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267005" y="18406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445994" y="2012137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98014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8" y="1822400"/>
            <a:ext cx="10372953" cy="893368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 dirty="0"/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 structure-aware and uncertainty-aware restoration network designed specifically for reliable semiconductor image recovery.</a:t>
            </a:r>
          </a:p>
          <a:p>
            <a:endParaRPr lang="en-IN" dirty="0"/>
          </a:p>
        </p:txBody>
      </p:sp>
      <p:sp>
        <p:nvSpPr>
          <p:cNvPr id="18" name="Text 12"/>
          <p:cNvSpPr txBox="1"/>
          <p:nvPr/>
        </p:nvSpPr>
        <p:spPr>
          <a:xfrm>
            <a:off x="1321309" y="1897378"/>
            <a:ext cx="2541564" cy="283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INNOVATION</a:t>
            </a:r>
            <a:endParaRPr lang="en-US" dirty="0">
              <a:solidFill>
                <a:srgbClr val="88E555"/>
              </a:solidFill>
            </a:endParaRPr>
          </a:p>
        </p:txBody>
      </p:sp>
      <p:sp>
        <p:nvSpPr>
          <p:cNvPr id="19" name="Text 13"/>
          <p:cNvSpPr txBox="1"/>
          <p:nvPr/>
        </p:nvSpPr>
        <p:spPr>
          <a:xfrm>
            <a:off x="1200607" y="4349801"/>
            <a:ext cx="442935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09370" y="4573829"/>
            <a:ext cx="10372953" cy="1819432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r>
              <a:rPr lang="en-US" sz="20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COMPETITIVE ADVANTAGE</a:t>
            </a:r>
            <a:endParaRPr lang="en-US" sz="2000" dirty="0">
              <a:solidFill>
                <a:srgbClr val="88E555"/>
              </a:solidFill>
            </a:endParaRPr>
          </a:p>
        </p:txBody>
      </p:sp>
      <p:sp>
        <p:nvSpPr>
          <p:cNvPr id="21" name="Text 15"/>
          <p:cNvSpPr txBox="1"/>
          <p:nvPr/>
        </p:nvSpPr>
        <p:spPr>
          <a:xfrm>
            <a:off x="6448349" y="4082796"/>
            <a:ext cx="1901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8B85B4A-4413-5424-84AE-2AF429F27F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8322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BB3A3471-21A6-8A80-8399-32E98C63F186}"/>
              </a:ext>
            </a:extLst>
          </p:cNvPr>
          <p:cNvSpPr/>
          <p:nvPr/>
        </p:nvSpPr>
        <p:spPr>
          <a:xfrm>
            <a:off x="571500" y="258065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ADA517E-8996-A444-E540-A2F9B8F98D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29" y="393700"/>
            <a:ext cx="9163491" cy="58643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5784A44-B9C5-C842-5097-D3E3387027C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69496" y="2833742"/>
            <a:ext cx="8977723" cy="161008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152B06F-DDBC-A85F-AC8F-B70D0E2F147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3348" y="4955856"/>
            <a:ext cx="9670152" cy="14103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25487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26160" y="1214230"/>
            <a:ext cx="37289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 and Benefits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267005" y="1760220"/>
            <a:ext cx="11349607" cy="4811573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267005" y="1808216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7200" y="2008732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102394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56387" y="1991360"/>
            <a:ext cx="4864683" cy="2800096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  Primary Impact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Provides cleaner, higher-resolution and structurally reliable images for semiconductor defect inspection, improving inspection confidence and potential yield.</a:t>
            </a:r>
            <a:endParaRPr lang="en-US" b="1" dirty="0">
              <a:solidFill>
                <a:schemeClr val="bg1">
                  <a:lumMod val="75000"/>
                </a:scheme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endParaRPr lang="en-US" dirty="0"/>
          </a:p>
        </p:txBody>
      </p:sp>
      <p:sp>
        <p:nvSpPr>
          <p:cNvPr id="19" name="Text 12"/>
          <p:cNvSpPr txBox="1"/>
          <p:nvPr/>
        </p:nvSpPr>
        <p:spPr>
          <a:xfrm>
            <a:off x="1466698" y="4448556"/>
            <a:ext cx="13240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200607" y="4791456"/>
            <a:ext cx="41486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6063573" y="1991361"/>
            <a:ext cx="5020056" cy="2800095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     </a:t>
            </a:r>
            <a:r>
              <a:rPr lang="en-US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Quantifiable Outcomes</a:t>
            </a:r>
            <a:endParaRPr lang="en-US" dirty="0">
              <a:solidFill>
                <a:srgbClr val="88E555"/>
              </a:solidFill>
            </a:endParaRPr>
          </a:p>
        </p:txBody>
      </p:sp>
      <p:sp>
        <p:nvSpPr>
          <p:cNvPr id="23" name="Text 15"/>
          <p:cNvSpPr txBox="1"/>
          <p:nvPr/>
        </p:nvSpPr>
        <p:spPr>
          <a:xfrm>
            <a:off x="6734556" y="4448556"/>
            <a:ext cx="19248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6448349" y="4791456"/>
            <a:ext cx="398678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2A87E08-9934-FBF2-2F29-11A8271B36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6922" y="227710"/>
            <a:ext cx="1607366" cy="783591"/>
          </a:xfrm>
          <a:prstGeom prst="rect">
            <a:avLst/>
          </a:prstGeom>
        </p:spPr>
      </p:pic>
      <p:sp>
        <p:nvSpPr>
          <p:cNvPr id="27" name="Shape 1">
            <a:extLst>
              <a:ext uri="{FF2B5EF4-FFF2-40B4-BE49-F238E27FC236}">
                <a16:creationId xmlns:a16="http://schemas.microsoft.com/office/drawing/2014/main" id="{850BA2BE-D607-619F-6960-A71277019D3B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5D3E59C-FE74-F0BE-9B10-98C8003398B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859" y="329389"/>
            <a:ext cx="9163491" cy="586435"/>
          </a:xfrm>
          <a:prstGeom prst="rect">
            <a:avLst/>
          </a:prstGeom>
        </p:spPr>
      </p:pic>
      <p:pic>
        <p:nvPicPr>
          <p:cNvPr id="33" name="Image 4" descr="preencoded.png">
            <a:extLst>
              <a:ext uri="{FF2B5EF4-FFF2-40B4-BE49-F238E27FC236}">
                <a16:creationId xmlns:a16="http://schemas.microsoft.com/office/drawing/2014/main" id="{6850DDA1-B812-289E-1FE4-6A26148FF26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55815" y="2066748"/>
            <a:ext cx="263422" cy="263422"/>
          </a:xfrm>
          <a:prstGeom prst="rect">
            <a:avLst/>
          </a:prstGeom>
        </p:spPr>
      </p:pic>
      <p:pic>
        <p:nvPicPr>
          <p:cNvPr id="35" name="Image 5" descr="preencoded.png">
            <a:extLst>
              <a:ext uri="{FF2B5EF4-FFF2-40B4-BE49-F238E27FC236}">
                <a16:creationId xmlns:a16="http://schemas.microsoft.com/office/drawing/2014/main" id="{F89DD928-3FCA-2E76-3B5B-C4D5963810B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33" r="-33"/>
          <a:stretch/>
        </p:blipFill>
        <p:spPr>
          <a:xfrm>
            <a:off x="6210604" y="2060778"/>
            <a:ext cx="359043" cy="318938"/>
          </a:xfrm>
          <a:prstGeom prst="rect">
            <a:avLst/>
          </a:prstGeom>
        </p:spPr>
      </p:pic>
      <p:sp>
        <p:nvSpPr>
          <p:cNvPr id="37" name="Shape 14">
            <a:extLst>
              <a:ext uri="{FF2B5EF4-FFF2-40B4-BE49-F238E27FC236}">
                <a16:creationId xmlns:a16="http://schemas.microsoft.com/office/drawing/2014/main" id="{9BD84A14-38B2-3EBC-CC4A-AB97EE7E62D1}"/>
              </a:ext>
            </a:extLst>
          </p:cNvPr>
          <p:cNvSpPr/>
          <p:nvPr/>
        </p:nvSpPr>
        <p:spPr>
          <a:xfrm>
            <a:off x="6313418" y="2487372"/>
            <a:ext cx="2000157" cy="685800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     PSNR</a:t>
            </a:r>
          </a:p>
          <a:p>
            <a:r>
              <a:rPr lang="en-US" sz="1600" dirty="0">
                <a:solidFill>
                  <a:srgbClr val="88E555"/>
                </a:solidFill>
              </a:rPr>
              <a:t>High image quality</a:t>
            </a:r>
          </a:p>
        </p:txBody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88BBA211-1502-02BA-F187-D65DE23EAC63}"/>
              </a:ext>
            </a:extLst>
          </p:cNvPr>
          <p:cNvSpPr/>
          <p:nvPr/>
        </p:nvSpPr>
        <p:spPr>
          <a:xfrm>
            <a:off x="8444204" y="2487371"/>
            <a:ext cx="2414296" cy="643991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     SSIM</a:t>
            </a:r>
          </a:p>
          <a:p>
            <a:r>
              <a:rPr lang="en-US" sz="1600" dirty="0">
                <a:solidFill>
                  <a:srgbClr val="88E555"/>
                </a:solidFill>
                <a:cs typeface="Poppins" pitchFamily="34" charset="-120"/>
              </a:rPr>
              <a:t>Better structural similarity</a:t>
            </a:r>
            <a:endParaRPr lang="en-US" sz="1600" dirty="0">
              <a:solidFill>
                <a:srgbClr val="88E555"/>
              </a:solidFill>
            </a:endParaRPr>
          </a:p>
        </p:txBody>
      </p:sp>
      <p:sp>
        <p:nvSpPr>
          <p:cNvPr id="41" name="Shape 14">
            <a:extLst>
              <a:ext uri="{FF2B5EF4-FFF2-40B4-BE49-F238E27FC236}">
                <a16:creationId xmlns:a16="http://schemas.microsoft.com/office/drawing/2014/main" id="{C88BB87C-45D2-AF33-7355-45083398DF6A}"/>
              </a:ext>
            </a:extLst>
          </p:cNvPr>
          <p:cNvSpPr/>
          <p:nvPr/>
        </p:nvSpPr>
        <p:spPr>
          <a:xfrm>
            <a:off x="6313419" y="3541012"/>
            <a:ext cx="2000156" cy="966980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     LIPPS</a:t>
            </a:r>
          </a:p>
          <a:p>
            <a:r>
              <a:rPr lang="en-US" sz="1600" b="1" dirty="0">
                <a:solidFill>
                  <a:srgbClr val="88E555"/>
                </a:solidFill>
                <a:ea typeface="Poppins" pitchFamily="34" charset="-122"/>
                <a:cs typeface="Poppins" pitchFamily="34" charset="-120"/>
              </a:rPr>
              <a:t>Improve perceptual quality</a:t>
            </a:r>
          </a:p>
          <a:p>
            <a:endParaRPr lang="en-US" dirty="0">
              <a:solidFill>
                <a:srgbClr val="88E555"/>
              </a:solidFill>
            </a:endParaRPr>
          </a:p>
        </p:txBody>
      </p:sp>
      <p:sp>
        <p:nvSpPr>
          <p:cNvPr id="43" name="Shape 14">
            <a:extLst>
              <a:ext uri="{FF2B5EF4-FFF2-40B4-BE49-F238E27FC236}">
                <a16:creationId xmlns:a16="http://schemas.microsoft.com/office/drawing/2014/main" id="{8802A0A0-8957-E4CE-141F-6CFAB16BF1B8}"/>
              </a:ext>
            </a:extLst>
          </p:cNvPr>
          <p:cNvSpPr/>
          <p:nvPr/>
        </p:nvSpPr>
        <p:spPr>
          <a:xfrm>
            <a:off x="8444204" y="3541012"/>
            <a:ext cx="2414295" cy="966980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     Latency</a:t>
            </a:r>
          </a:p>
          <a:p>
            <a:r>
              <a:rPr lang="en-US" dirty="0">
                <a:solidFill>
                  <a:srgbClr val="88E555"/>
                </a:solidFill>
                <a:cs typeface="Poppins" pitchFamily="34" charset="-120"/>
              </a:rPr>
              <a:t>Fast , real-time capable inference</a:t>
            </a:r>
            <a:endParaRPr lang="en-US" dirty="0">
              <a:solidFill>
                <a:srgbClr val="88E555"/>
              </a:solidFill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B782D56C-F532-819A-87D1-CA03F9D9D7A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00607" y="4974764"/>
            <a:ext cx="9591743" cy="14000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238098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00607"/>
            <a:ext cx="78245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&amp; Feasibility/Methodology Used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326571" y="1787347"/>
            <a:ext cx="11513975" cy="4787189"/>
          </a:xfrm>
          <a:prstGeom prst="roundRect">
            <a:avLst>
              <a:gd name="adj" fmla="val 63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Shape 9"/>
          <p:cNvSpPr/>
          <p:nvPr/>
        </p:nvSpPr>
        <p:spPr>
          <a:xfrm>
            <a:off x="361645" y="1860282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33095" y="2059229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62049" y="2287829"/>
            <a:ext cx="9344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1027806" y="1860280"/>
            <a:ext cx="5068194" cy="2770293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✓ Custom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PyTorch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dataset for .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npy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files</a:t>
            </a:r>
            <a:br>
              <a:rPr lang="en-US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✓ Per-image normalization (handles out-of-range             pixel values)</a:t>
            </a:r>
            <a:br>
              <a:rPr lang="en-US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✓ Synthetic degradation for OOD robustness</a:t>
            </a:r>
            <a:br>
              <a:rPr lang="en-US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✓ Single-pass restoration network</a:t>
            </a:r>
            <a:br>
              <a:rPr lang="en-US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✓ Evaluation using PSNR / SSIM / LPIPS</a:t>
            </a:r>
          </a:p>
          <a:p>
            <a:endParaRPr lang="en-US" dirty="0"/>
          </a:p>
        </p:txBody>
      </p:sp>
      <p:sp>
        <p:nvSpPr>
          <p:cNvPr id="18" name="Text 12"/>
          <p:cNvSpPr txBox="1"/>
          <p:nvPr/>
        </p:nvSpPr>
        <p:spPr>
          <a:xfrm>
            <a:off x="1310524" y="1888442"/>
            <a:ext cx="3783989" cy="54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     </a:t>
            </a:r>
          </a:p>
          <a:p>
            <a:pPr marL="0" indent="0" algn="ctr">
              <a:buNone/>
            </a:pPr>
            <a:endParaRPr lang="en-US" sz="1400" b="1" dirty="0">
              <a:solidFill>
                <a:srgbClr val="88E555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ctr">
              <a:buNone/>
            </a:pPr>
            <a:endParaRPr lang="en-US" b="1" dirty="0">
              <a:solidFill>
                <a:srgbClr val="88E555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IMPLEMENTATION STRATEGY</a:t>
            </a:r>
          </a:p>
          <a:p>
            <a:pPr marL="0" indent="0" algn="ctr">
              <a:buNone/>
            </a:pPr>
            <a:endParaRPr lang="en-US" sz="1400" b="1" dirty="0">
              <a:solidFill>
                <a:srgbClr val="88E555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ctr">
              <a:buNone/>
            </a:pPr>
            <a:endParaRPr lang="en-US" sz="1100" b="1" dirty="0">
              <a:solidFill>
                <a:srgbClr val="88E555"/>
              </a:solidFill>
              <a:latin typeface="Poppins" pitchFamily="34" charset="0"/>
              <a:cs typeface="Poppins" pitchFamily="34" charset="-120"/>
            </a:endParaRPr>
          </a:p>
          <a:p>
            <a:pPr marL="0" indent="0" algn="ctr">
              <a:buNone/>
            </a:pPr>
            <a:endParaRPr lang="en-US" sz="1100" dirty="0">
              <a:solidFill>
                <a:srgbClr val="88E555"/>
              </a:solidFill>
            </a:endParaRPr>
          </a:p>
        </p:txBody>
      </p:sp>
      <p:sp>
        <p:nvSpPr>
          <p:cNvPr id="20" name="Shape 14"/>
          <p:cNvSpPr/>
          <p:nvPr/>
        </p:nvSpPr>
        <p:spPr>
          <a:xfrm>
            <a:off x="6417457" y="1867204"/>
            <a:ext cx="3885981" cy="2763370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7184311" y="1933042"/>
            <a:ext cx="256946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437250" y="1970532"/>
            <a:ext cx="22366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 Architecture</a:t>
            </a:r>
            <a:endParaRPr lang="en-US" sz="1600" dirty="0">
              <a:solidFill>
                <a:srgbClr val="88E555"/>
              </a:solidFill>
            </a:endParaRPr>
          </a:p>
        </p:txBody>
      </p:sp>
      <p:sp>
        <p:nvSpPr>
          <p:cNvPr id="23" name="Shape 16"/>
          <p:cNvSpPr/>
          <p:nvPr/>
        </p:nvSpPr>
        <p:spPr>
          <a:xfrm>
            <a:off x="1027805" y="4842588"/>
            <a:ext cx="3796121" cy="1492898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    GPU-accelerated environment</a:t>
            </a:r>
            <a:br>
              <a:rPr lang="en-US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    </a:t>
            </a:r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(Training / Benchmarking)</a:t>
            </a:r>
            <a:endParaRPr lang="en-IN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447069" y="5023714"/>
            <a:ext cx="228600" cy="2286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724654" y="4953993"/>
            <a:ext cx="2402422" cy="354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Hardware Components</a:t>
            </a:r>
            <a:endParaRPr lang="en-US" sz="1600" dirty="0">
              <a:solidFill>
                <a:srgbClr val="88E555"/>
              </a:solidFill>
            </a:endParaRPr>
          </a:p>
        </p:txBody>
      </p:sp>
      <p:sp>
        <p:nvSpPr>
          <p:cNvPr id="26" name="Shape 18"/>
          <p:cNvSpPr/>
          <p:nvPr/>
        </p:nvSpPr>
        <p:spPr>
          <a:xfrm>
            <a:off x="5010539" y="4842588"/>
            <a:ext cx="6219208" cy="1492898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16792" y="5002182"/>
            <a:ext cx="228600" cy="2286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5702890" y="4943885"/>
            <a:ext cx="2766761" cy="345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Development Tools</a:t>
            </a:r>
            <a:endParaRPr lang="en-US" sz="1600" dirty="0">
              <a:solidFill>
                <a:srgbClr val="88E555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A9CA506-8684-B4DC-6650-2E5F61A7B0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44743" y="228600"/>
            <a:ext cx="1607366" cy="783591"/>
          </a:xfrm>
          <a:prstGeom prst="rect">
            <a:avLst/>
          </a:prstGeom>
        </p:spPr>
      </p:pic>
      <p:sp>
        <p:nvSpPr>
          <p:cNvPr id="31" name="Shape 1">
            <a:extLst>
              <a:ext uri="{FF2B5EF4-FFF2-40B4-BE49-F238E27FC236}">
                <a16:creationId xmlns:a16="http://schemas.microsoft.com/office/drawing/2014/main" id="{10B6379C-1BCE-6784-4600-934501FC5F97}"/>
              </a:ext>
            </a:extLst>
          </p:cNvPr>
          <p:cNvSpPr/>
          <p:nvPr/>
        </p:nvSpPr>
        <p:spPr>
          <a:xfrm>
            <a:off x="571500" y="240793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D18A824-BCDE-0A33-4245-E3C168F9E6D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378206"/>
            <a:ext cx="9163491" cy="586435"/>
          </a:xfrm>
          <a:prstGeom prst="rect">
            <a:avLst/>
          </a:prstGeom>
        </p:spPr>
      </p:pic>
      <p:sp>
        <p:nvSpPr>
          <p:cNvPr id="33" name="Shape 18">
            <a:extLst>
              <a:ext uri="{FF2B5EF4-FFF2-40B4-BE49-F238E27FC236}">
                <a16:creationId xmlns:a16="http://schemas.microsoft.com/office/drawing/2014/main" id="{60DB15C8-557D-0756-AE5A-48888B33E394}"/>
              </a:ext>
            </a:extLst>
          </p:cNvPr>
          <p:cNvSpPr/>
          <p:nvPr/>
        </p:nvSpPr>
        <p:spPr>
          <a:xfrm>
            <a:off x="7166630" y="2195323"/>
            <a:ext cx="2261013" cy="339271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pPr algn="ctr"/>
            <a:r>
              <a:rPr lang="en-IN" dirty="0">
                <a:solidFill>
                  <a:schemeClr val="bg1">
                    <a:lumMod val="75000"/>
                  </a:schemeClr>
                </a:solidFill>
              </a:rPr>
              <a:t>Python</a:t>
            </a:r>
          </a:p>
        </p:txBody>
      </p:sp>
      <p:sp>
        <p:nvSpPr>
          <p:cNvPr id="35" name="Shape 18">
            <a:extLst>
              <a:ext uri="{FF2B5EF4-FFF2-40B4-BE49-F238E27FC236}">
                <a16:creationId xmlns:a16="http://schemas.microsoft.com/office/drawing/2014/main" id="{2DB79885-CF75-4754-FEDB-FA82CAF2B413}"/>
              </a:ext>
            </a:extLst>
          </p:cNvPr>
          <p:cNvSpPr/>
          <p:nvPr/>
        </p:nvSpPr>
        <p:spPr>
          <a:xfrm>
            <a:off x="7166630" y="2674192"/>
            <a:ext cx="2261013" cy="339271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pPr algn="ctr"/>
            <a:r>
              <a:rPr lang="en-IN" dirty="0" err="1">
                <a:solidFill>
                  <a:schemeClr val="bg1">
                    <a:lumMod val="75000"/>
                  </a:schemeClr>
                </a:solidFill>
              </a:rPr>
              <a:t>PyTorch</a:t>
            </a:r>
            <a:endParaRPr lang="en-IN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7" name="Shape 18">
            <a:extLst>
              <a:ext uri="{FF2B5EF4-FFF2-40B4-BE49-F238E27FC236}">
                <a16:creationId xmlns:a16="http://schemas.microsoft.com/office/drawing/2014/main" id="{23CB71BA-A5F3-31A2-7E20-4D6F6BAB9955}"/>
              </a:ext>
            </a:extLst>
          </p:cNvPr>
          <p:cNvSpPr/>
          <p:nvPr/>
        </p:nvSpPr>
        <p:spPr>
          <a:xfrm>
            <a:off x="7184311" y="3168839"/>
            <a:ext cx="2261013" cy="339271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pPr algn="ctr"/>
            <a:r>
              <a:rPr lang="en-IN" dirty="0" err="1">
                <a:solidFill>
                  <a:schemeClr val="bg1">
                    <a:lumMod val="75000"/>
                  </a:schemeClr>
                </a:solidFill>
              </a:rPr>
              <a:t>Numpy</a:t>
            </a:r>
            <a:r>
              <a:rPr lang="en-IN" dirty="0">
                <a:solidFill>
                  <a:schemeClr val="bg1">
                    <a:lumMod val="75000"/>
                  </a:schemeClr>
                </a:solidFill>
              </a:rPr>
              <a:t>/OpenCV</a:t>
            </a:r>
          </a:p>
        </p:txBody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D532DEAF-4B36-7824-6268-AB520B663983}"/>
              </a:ext>
            </a:extLst>
          </p:cNvPr>
          <p:cNvSpPr/>
          <p:nvPr/>
        </p:nvSpPr>
        <p:spPr>
          <a:xfrm>
            <a:off x="7184311" y="3701740"/>
            <a:ext cx="2261013" cy="339271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pPr algn="ctr"/>
            <a:r>
              <a:rPr lang="en-IN" dirty="0">
                <a:solidFill>
                  <a:schemeClr val="bg1">
                    <a:lumMod val="75000"/>
                  </a:schemeClr>
                </a:solidFill>
              </a:rPr>
              <a:t>AI Restoration model</a:t>
            </a:r>
          </a:p>
        </p:txBody>
      </p:sp>
      <p:sp>
        <p:nvSpPr>
          <p:cNvPr id="41" name="Shape 18">
            <a:extLst>
              <a:ext uri="{FF2B5EF4-FFF2-40B4-BE49-F238E27FC236}">
                <a16:creationId xmlns:a16="http://schemas.microsoft.com/office/drawing/2014/main" id="{767D4962-2AB7-3401-7506-8958E85774C8}"/>
              </a:ext>
            </a:extLst>
          </p:cNvPr>
          <p:cNvSpPr/>
          <p:nvPr/>
        </p:nvSpPr>
        <p:spPr>
          <a:xfrm>
            <a:off x="7184310" y="4174047"/>
            <a:ext cx="2261013" cy="339271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pPr algn="ctr"/>
            <a:r>
              <a:rPr lang="en-IN" dirty="0">
                <a:solidFill>
                  <a:schemeClr val="bg1">
                    <a:lumMod val="75000"/>
                  </a:schemeClr>
                </a:solidFill>
              </a:rPr>
              <a:t>PSNR/SSIM/LIPPS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ED8E21D-EEA2-EAF7-0742-6E9F7056DA2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02890" y="5295457"/>
            <a:ext cx="5122603" cy="9764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6045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&amp; Video Link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838505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Shape 9"/>
          <p:cNvSpPr/>
          <p:nvPr/>
        </p:nvSpPr>
        <p:spPr>
          <a:xfrm>
            <a:off x="1190549" y="2696566"/>
            <a:ext cx="9810598" cy="1447495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429207" y="3087014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237" r="-237"/>
          <a:stretch/>
        </p:blipFill>
        <p:spPr>
          <a:xfrm>
            <a:off x="1595628" y="3248863"/>
            <a:ext cx="333756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400300" y="2934310"/>
            <a:ext cx="2000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2400300" y="3315614"/>
            <a:ext cx="83631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3"/>
          <p:cNvSpPr txBox="1"/>
          <p:nvPr/>
        </p:nvSpPr>
        <p:spPr>
          <a:xfrm>
            <a:off x="2866644" y="3487522"/>
            <a:ext cx="389168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https://github.com/itss-meS/LuciNoVera-Engine</a:t>
            </a:r>
          </a:p>
        </p:txBody>
      </p:sp>
      <p:sp>
        <p:nvSpPr>
          <p:cNvPr id="21" name="Shape 14"/>
          <p:cNvSpPr/>
          <p:nvPr/>
        </p:nvSpPr>
        <p:spPr>
          <a:xfrm>
            <a:off x="1190549" y="4449470"/>
            <a:ext cx="9810598" cy="1447495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5"/>
          <p:cNvSpPr/>
          <p:nvPr/>
        </p:nvSpPr>
        <p:spPr>
          <a:xfrm>
            <a:off x="1429207" y="4839919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rcRect l="-607" r="-607"/>
          <a:stretch/>
        </p:blipFill>
        <p:spPr>
          <a:xfrm>
            <a:off x="1567282" y="5001768"/>
            <a:ext cx="390449" cy="3429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2400300" y="4687214"/>
            <a:ext cx="3086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Prototype / Simulation Video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2400300" y="5068519"/>
            <a:ext cx="83631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18"/>
          <p:cNvSpPr txBox="1"/>
          <p:nvPr/>
        </p:nvSpPr>
        <p:spPr>
          <a:xfrm>
            <a:off x="2848356" y="5239512"/>
            <a:ext cx="605332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AC5205F-3589-4B54-7039-C1C7052347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0" name="Shape 1">
            <a:extLst>
              <a:ext uri="{FF2B5EF4-FFF2-40B4-BE49-F238E27FC236}">
                <a16:creationId xmlns:a16="http://schemas.microsoft.com/office/drawing/2014/main" id="{89A93441-4E5C-0FCA-6BDD-16AB2E1B711C}"/>
              </a:ext>
            </a:extLst>
          </p:cNvPr>
          <p:cNvSpPr/>
          <p:nvPr/>
        </p:nvSpPr>
        <p:spPr>
          <a:xfrm>
            <a:off x="571500" y="16794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3E0C32B-9271-FA34-86BB-7D95EB5AB34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297181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90549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152144"/>
            <a:ext cx="46241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and References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289250" y="1830629"/>
            <a:ext cx="11551298" cy="4743907"/>
          </a:xfrm>
          <a:prstGeom prst="roundRect">
            <a:avLst>
              <a:gd name="adj" fmla="val 61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627484" y="1873606"/>
            <a:ext cx="476402" cy="476402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3349" y="1974671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09751" y="1970587"/>
            <a:ext cx="3810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Background &amp; Methodology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628546" y="2516429"/>
            <a:ext cx="5701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857707" y="2460748"/>
            <a:ext cx="5319157" cy="3979804"/>
          </a:xfrm>
          <a:prstGeom prst="roundRect">
            <a:avLst>
              <a:gd name="adj" fmla="val 6121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Our approach is inspired by recent advances in image restoration, super-resolution, and uncertainty estimation, with a focus on reliable semiconductor inspection.</a:t>
            </a:r>
          </a:p>
          <a:p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Key Idea Used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✓ RRDB for deep feature learning.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✓ Windowed self attention for structural reasoning.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✓ Synthetic degradation for OOD robustness.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✓Confidence/ uncertainty estimation.</a:t>
            </a:r>
            <a:endParaRPr lang="en-IN" dirty="0">
              <a:solidFill>
                <a:schemeClr val="bg1">
                  <a:lumMod val="75000"/>
                </a:schemeClr>
              </a:solidFill>
            </a:endParaRPr>
          </a:p>
          <a:p>
            <a:endParaRPr lang="en-IN" dirty="0">
              <a:solidFill>
                <a:schemeClr val="bg1">
                  <a:lumMod val="75000"/>
                </a:schemeClr>
              </a:solidFill>
            </a:endParaRPr>
          </a:p>
          <a:p>
            <a:endParaRPr lang="en-IN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9" name="Text 13"/>
          <p:cNvSpPr txBox="1"/>
          <p:nvPr/>
        </p:nvSpPr>
        <p:spPr>
          <a:xfrm>
            <a:off x="1790395" y="2945282"/>
            <a:ext cx="55440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575376" y="1833136"/>
            <a:ext cx="476402" cy="476402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6655833" y="1961733"/>
            <a:ext cx="286207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241973" y="1978304"/>
            <a:ext cx="23436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References &amp; Citations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628546" y="4497934"/>
            <a:ext cx="27678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/>
              <a:t>  </a:t>
            </a:r>
          </a:p>
        </p:txBody>
      </p:sp>
      <p:sp>
        <p:nvSpPr>
          <p:cNvPr id="24" name="Shape 17"/>
          <p:cNvSpPr/>
          <p:nvPr/>
        </p:nvSpPr>
        <p:spPr>
          <a:xfrm>
            <a:off x="6307493" y="2456536"/>
            <a:ext cx="5319157" cy="3979804"/>
          </a:xfrm>
          <a:prstGeom prst="roundRect">
            <a:avLst>
              <a:gd name="adj" fmla="val 3505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Wang et al. — Real-ESRGAN</a:t>
            </a:r>
            <a:br>
              <a:rPr lang="en-US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Training Real-World Blind Super-Resolution with Pure Synthetic Data</a:t>
            </a:r>
            <a:br>
              <a:rPr lang="en-US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ICCV, 2021.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2. Liang et al. — </a:t>
            </a:r>
            <a:r>
              <a:rPr lang="en-US" b="1" dirty="0" err="1">
                <a:solidFill>
                  <a:schemeClr val="bg1">
                    <a:lumMod val="75000"/>
                  </a:schemeClr>
                </a:solidFill>
              </a:rPr>
              <a:t>SwinIR</a:t>
            </a:r>
            <a:br>
              <a:rPr lang="en-US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  </a:t>
            </a:r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Image Restoration Using Swin Transformer</a:t>
            </a:r>
            <a:br>
              <a:rPr lang="en-US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   ICCV Workshops, 2021.</a:t>
            </a:r>
          </a:p>
          <a:p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3. Zhang et al. — Beyond a Gaussian Denoiser</a:t>
            </a:r>
            <a:br>
              <a:rPr lang="en-US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 </a:t>
            </a:r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Residual Learning of Deep CNN for Image Denoising</a:t>
            </a:r>
            <a:br>
              <a:rPr lang="en-US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        IEEE TIP, 2017.</a:t>
            </a:r>
          </a:p>
          <a:p>
            <a:endParaRPr lang="en-IN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5" name="Shape 18"/>
          <p:cNvSpPr/>
          <p:nvPr/>
        </p:nvSpPr>
        <p:spPr>
          <a:xfrm>
            <a:off x="1790395" y="5232197"/>
            <a:ext cx="9277502" cy="9144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19"/>
          <p:cNvSpPr txBox="1"/>
          <p:nvPr/>
        </p:nvSpPr>
        <p:spPr>
          <a:xfrm>
            <a:off x="1790395" y="4926787"/>
            <a:ext cx="32196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1790395" y="5661050"/>
            <a:ext cx="9277502" cy="9144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1"/>
          <p:cNvSpPr txBox="1"/>
          <p:nvPr/>
        </p:nvSpPr>
        <p:spPr>
          <a:xfrm>
            <a:off x="1790395" y="5355641"/>
            <a:ext cx="3258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790395" y="5783580"/>
            <a:ext cx="3258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35E3709-F1C8-6E84-EA51-720EFCF71B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2" name="Shape 1">
            <a:extLst>
              <a:ext uri="{FF2B5EF4-FFF2-40B4-BE49-F238E27FC236}">
                <a16:creationId xmlns:a16="http://schemas.microsoft.com/office/drawing/2014/main" id="{3E27E131-AC1D-E75C-0267-02565ACC1BC3}"/>
              </a:ext>
            </a:extLst>
          </p:cNvPr>
          <p:cNvSpPr/>
          <p:nvPr/>
        </p:nvSpPr>
        <p:spPr>
          <a:xfrm>
            <a:off x="571500" y="25971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D876DBE-D402-1B41-B952-69F6F5BF98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390016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725</TotalTime>
  <Words>604</Words>
  <Application>Microsoft Office PowerPoint</Application>
  <PresentationFormat>Widescreen</PresentationFormat>
  <Paragraphs>110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Poppins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SHREY GALGALE</cp:lastModifiedBy>
  <cp:revision>18</cp:revision>
  <dcterms:created xsi:type="dcterms:W3CDTF">2026-01-15T05:38:47Z</dcterms:created>
  <dcterms:modified xsi:type="dcterms:W3CDTF">2026-08-12T03:42:36Z</dcterms:modified>
</cp:coreProperties>
</file>